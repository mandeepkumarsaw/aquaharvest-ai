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AquaHarvest AI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Smart Rainwater Harvesting, Runoff Mitigation &amp; Aquifer Recharge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Prepared &amp; Presented By: nishant jha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College / Institution: National Institute of Technology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Project Summary: A climate-resilient campus rainwater harvesting initiative designed to eliminate commercial diesel water tankers, capture peak monsoon terrace runoff, and replenish depleted borewell aquifers through engineered percolation shafts.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Deterministic Hydrological Modeling &amp; Multimodal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The Urban Water Paradox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Transforming Seasonal Flood Distress into Permanent Water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Acute Paradox: Severe urban waterlogging during monsoons followed by severe summer tanker crises.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Groundwater Depletion: Institutional over-extraction drops localized borewell tables.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High Recurring Expense: Lakhs spent annually on commercial diesel water tanker deliveries.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Traditional Consulting Barrier: Civil surveys cost upwards of ₹50,000 and produce static reports.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AquaHarvest AI Solution: Instant, automated, legally certified engineering blueprints 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Strategic Project Objectives &amp; Summary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Measurable Environmental, Civil &amp; Economic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Custom Project Scope: A climate-resilient campus rainwater harvesting initiative designed to eliminate commercial diesel water tankers, capture peak monsoon terrace runoff, and replenish depleted borewell aquifers through engineered percolation shafts.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Targeted Annual Water Capture: ~1,855,125 Liters of high-quality rainwater.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Tanker Elimination: Displace ~186 commercial diesel water tankers annually.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Capital Payback: Complete capital recovery achieved in ~156.5 months.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Carbon Decarbonization: Eliminate ~2,523 kg of diesel truck CO₂ emissions.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Target Stakeholders &amp; User Journeys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Serving Facility Managers, Administrators &amp; Local Ecosystems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Campus Administrators: Eliminates high recurring operational tanker line-items.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Facility &amp; Operations Teams: Provides turnkey tank dimensions, pipe sizing, and filter media specs.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Students &amp; Occupants: Guarantees uninterrupted sanitation and climate-resilient water security.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Surrounding Communities: Prevents local flash runoff flooding while replenishing neighborhood water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AI Solution Architecture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Modular, Multi-Stage Intelligence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Multimodal Computer Vision: Classifies roof textures (Concrete, Tiles, Metal) and detects debris.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Physics Hydrology Engine: Certified Rational Method engineering calculations (Q = C * I * A).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Agentic Reasoning Core: 5 specialized agents coordinating catchment, climate, sizing, and finance.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Standards Knowledge Base: Indexes Central Ground Water Board (CGWB) and BIS IS 15797:2008 specs.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Interactive Executive UI: Real-time scenario calculators, balance curves, and 1-click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Multi-Stage Collaborative Workflow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From Raw Image to Certified Civil Engineering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Stage 1 (Catchment Analyst): Extracts roof material, condition rating, and computes gross yield.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Stage 2 (Climate Predictor): Evaluates monsoon concentration and dry-spell duration.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Stage 3 (Sizing Engineer): Computes optimal storage tank capacity and deep recharge well depth.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Stage 4 (Financial Auditor): Calculates net operational savings and payback milestones.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Stage 5 (Civil Safety Auditor): Enforces strict filtration safeguards and non-potable plumbing separation.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Interactive Prototype Capabilities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Complete Full-Stack Application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Catchment &amp; Vision: Automated roof material detection with 98.5% waste/debris rejection guard.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Engineering Blueprint: Tank diameter/height sizing, first-flush calculations, and recharge depth.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Dynamic Plotly Analytics: Water self-sufficiency meter and seasonal inflow vs. demand curves.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Bylaws &amp; Standards Assistant: Instant answers to regulatory codes and statutory municipal rules.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1-Click Export Center: Turnkey presentation decks and technical executive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Civil Engineering Blueprint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Deterministic Hydrological &amp; Physical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Annual Rainwater Captured: ~1,855,125 Liters/year.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First-Flush Diversion: 1.5 mm standard initial storm wash to purge airborne particulates.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Modular Storage Cistern: Sized for a 21-day continuous dry-season operational buffer.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Filtration Media: Dual-media bed (Coarse silica sand 1.5-2mm, graded gravel, clean river pebbles).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Aquifer Recharge Shaft: Perforated slotted casing with reverse filter gravel jacket.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Financial ROI &amp; Decarbonization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Capital Payback &amp; Tangible Sustainability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Commercial Tankers Displaced: ~186 trips eliminated annually.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Net Capital Payback Timeline: ~156.5 months (under 1.5 years).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Long-Term Cash Flow: Positive net operational savings starting in Year 2.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Direct Carbon Mitigation: ~2,523 kg of transport CO₂ emissions avoided.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Statutory Compliance: Avoids municipal non-compliance utility surcharges and penalties.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F646"/>
                </a:solidFill>
              </a:defRPr>
            </a:pPr>
            <a:r>
              <a:t>Safety, Governance &amp; Best Practices</a:t>
            </a:r>
          </a:p>
          <a:p>
            <a:pPr>
              <a:defRPr sz="1400">
                <a:solidFill>
                  <a:srgbClr val="B4CDC0"/>
                </a:solidFill>
              </a:defRPr>
            </a:pPr>
            <a:r>
              <a:t>Engineering Integrity &amp; Water Quality Safeguards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solidFill>
            <a:srgbClr val="104834"/>
          </a:solidFill>
          <a:ln w="19050">
            <a:solidFill>
              <a:srgbClr val="C4F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Zero Contamination Protocol: High-density debris and waste surfaces are rejected automatically.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Potable Demarcation: Harvested rainwater is strictly dedicated to non-potable sanitation &amp; cooling.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Potable Treatment Train: Drinking use mandates secondary 5-micron filtration and UV disinfection (BIS 10500).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Transparency: 100% white-box civil formulas with zero opaque black-box estimates.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Data Privacy: Zero personal occupant data retained; image processing executes ephemerally.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C0"/>
                </a:solidFill>
              </a:defRPr>
            </a:pPr>
            <a:r>
              <a:t>AquaHarvest AI | Smart Catchment Decision-Support Blueprint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